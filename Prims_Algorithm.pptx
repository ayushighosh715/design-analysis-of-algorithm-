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Prim's algorithm builds a minimum spanning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Minimum Spanning Tree with a greedy approach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 Ghosh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25070521210  |  Semester III  |  Section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Spanning Trees &amp; MST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of a connected, undirected graph connects all V vertices using exactly V - 1 edges, with no cycles.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can have many spanning trees. In a weighted graph, the one with the smallest total edge weight is the Minimum Spanning Tree (MST).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connect every node as cheaply as possible (cables, pipes, roads).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 solutions: Prim's algorithm (grows one tree) and Kruskal's algorithm (merges forests).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Prim's Algorithm?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algorithm that grows the MST one vertex at a time, starting from any chosen vertex.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 it picks the cheapest edge that connects a vertex inside the tree to a vertex outside it.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Vojtech Jarnik (1930), rediscovered by Robert Prim (1957) and Edsger Dijkstra (1959). Also called the Jarnik-Prim algorithm.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connected, undirected, weighted graphs; gives a correct MST even with negative weights.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3108960"/>
          </a:xfrm>
          <a:prstGeom prst="roundRect">
            <a:avLst>
              <a:gd name="adj" fmla="val 3125"/>
            </a:avLst>
          </a:prstGeom>
          <a:solidFill>
            <a:srgbClr val="F4F7FA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37160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always add the cheapest safe edge, never form a cycle.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 vertex and add it to the MST set.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105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other vertices as outside; set their key (cost to connect) to infinity.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237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keys of vertices adjacent to the newly added vertex.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3697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outside vertex with the smallest key and add it with its edge.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50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3 and 4 until all V vertices are in the tree.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PRIM(Graph G, start 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vertex v: key[v] = INF, parent[v] = NIL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key[r]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all vertices (priority queue by key)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 = EXTRACT-MIN(Q)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each neighbour v of u: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v in Q and weight(u, v) &lt; key[v]: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parent[v] = 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key[v] = weight(u, 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edges (parent[v], v)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The Graph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A, B, C, D, E.   Start vertex: 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1737360"/>
            <a:ext cx="1828800" cy="100584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05740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1828800" cy="118872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315468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1828800" cy="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55448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737360"/>
            <a:ext cx="0" cy="219456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65176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1737360"/>
            <a:ext cx="1828800" cy="219456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65176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0" cy="219456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65176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3931920"/>
            <a:ext cx="1828800" cy="0"/>
          </a:xfrm>
          <a:prstGeom prst="line">
            <a:avLst/>
          </a:prstGeom>
          <a:noFill/>
          <a:ln w="25400">
            <a:solidFill>
              <a:srgbClr val="8A99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3749040"/>
            <a:ext cx="365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80560" y="146304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51760" y="365760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480560" y="365760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2011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A-B 2, A-D 6, B-C 3, B-D 8, B-E 5, C-E 7, D-E 9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Step by Step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36576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so far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edges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edge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A-B 2, A-D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A-B (2)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{A, B}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A-D 6, B-C 3, B-D 8, B-E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B-C (3)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{A, B, C}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A-D 6, B-D 8, B-E 5, C-E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B-E (5)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{A, B, C, E}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A-D 6, B-D 8, D-E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A-D (6)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edges: A-B, B-C, B-E, A-D   |   Total weight = 2 + 3 + 5 + 6 = 16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The Cut Property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property: for any cut that splits vertices into two sets, the lightest edge crossing the cut belongs to some MST.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the tree and the remaining vertices form a cut, so the cheapest connecting edge is always safe to add.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only edges that reach a new vertex means no cycle is ever created.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induction, after V - 1 additions the result is a spanning tree of minimum total weight.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edge weights are distinct, the MST is unique.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matrix + array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O(V^2)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 + binary heap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 + Fibonacci heap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+ V log V)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O(V) for the key, parent and in-tree arrays, plus the graph storage itself.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(Python)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prim(graph, start):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visited, mst, total = {start}, [],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 = [(w, start, v) for v, w in graph[start]]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heapq.heapify(heap)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heap and len(visited) &lt; len(graph):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w, u, v = heapq.heappop(heap)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 in visited: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visited.add(v)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mst.append((u, v, w)); total += 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nxt, nw in graph[v]: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nxt not in visited: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heapq.heappush(heap, (nw, v, nxt))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mst, total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vs Kruskal's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Prim's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Kruskal's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one tree from a vertex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 components, edge by edge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edge leaving the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edge overall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edges + Union-Find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 connected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be a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Pros &amp; Cons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design: LAN, telecom, power grids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Road, pipeline and utility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image segmentation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Approximating the Travelling Salesman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/ Limitations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efficient and always correct on connected graphs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dense graphs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connected graph (otherwise run per component)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directed graphs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 greedily grows an MST from any starting vertex.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 property guarantees each chosen edge is safe.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V) with a heap; O(V^2) with an array.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it for dense graphs; Kruskal's often wins on sparse ones.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PptxGenJS</dc:creator>
  <cp:lastModifiedBy>PptxGenJS</cp:lastModifiedBy>
  <cp:revision>1</cp:revision>
  <dcterms:created xsi:type="dcterms:W3CDTF">2026-10-20T13:14:06Z</dcterms:created>
  <dcterms:modified xsi:type="dcterms:W3CDTF">2026-10-20T13:14:06Z</dcterms:modified>
</cp:coreProperties>
</file>